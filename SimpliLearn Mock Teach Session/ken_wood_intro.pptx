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84"/>
  </p:normalViewPr>
  <p:slideViewPr>
    <p:cSldViewPr snapToGrid="0">
      <p:cViewPr varScale="1">
        <p:scale>
          <a:sx n="114" d="100"/>
          <a:sy n="114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BFA9-7757-AFA8-C42E-DBF3926F6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889558" cy="254143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DNNs using </a:t>
            </a:r>
            <a:r>
              <a:rPr lang="en-US" dirty="0" err="1"/>
              <a:t>keras</a:t>
            </a:r>
            <a:r>
              <a:rPr lang="en-US" dirty="0"/>
              <a:t> / </a:t>
            </a:r>
            <a:r>
              <a:rPr lang="en-US" dirty="0" err="1"/>
              <a:t>tensorflow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7F1AB4-B2A5-C3C4-5D4D-D43F1742EA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Ken Wood</a:t>
            </a:r>
          </a:p>
          <a:p>
            <a:r>
              <a:rPr lang="en-US" dirty="0"/>
              <a:t>February 27, 2026</a:t>
            </a:r>
          </a:p>
        </p:txBody>
      </p:sp>
    </p:spTree>
    <p:extLst>
      <p:ext uri="{BB962C8B-B14F-4D97-AF65-F5344CB8AC3E}">
        <p14:creationId xmlns:p14="http://schemas.microsoft.com/office/powerpoint/2010/main" val="386047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0419CA0-BFB4-4390-AB8F-5DBFCA45D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F4C623-16D7-4722-8EFB-A5B0E3BC0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F76A42-2300-DC4B-450C-1A90DE85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5550355" cy="1049235"/>
          </a:xfrm>
        </p:spPr>
        <p:txBody>
          <a:bodyPr>
            <a:normAutofit/>
          </a:bodyPr>
          <a:lstStyle/>
          <a:p>
            <a:r>
              <a:rPr lang="en-US" dirty="0"/>
              <a:t>A little About Ken….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6E9C81-ACBE-459E-A7D5-2BB824B68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32936FF-849C-21B4-237C-87CDA1966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700548" cy="34506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8 years experience as Data Science / Data Analytics Instructor  </a:t>
            </a:r>
          </a:p>
          <a:p>
            <a:r>
              <a:rPr lang="en-US" dirty="0"/>
              <a:t>Data Science Lead at Availity (healthcare technology)</a:t>
            </a:r>
          </a:p>
          <a:p>
            <a:r>
              <a:rPr lang="en-US" dirty="0"/>
              <a:t>10 years experience working in DS/ML/AI</a:t>
            </a:r>
          </a:p>
          <a:p>
            <a:r>
              <a:rPr lang="en-US" dirty="0"/>
              <a:t>Previously worked </a:t>
            </a:r>
            <a:r>
              <a:rPr lang="en-US"/>
              <a:t>in Power </a:t>
            </a:r>
            <a:r>
              <a:rPr lang="en-US" dirty="0"/>
              <a:t>Engineering field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"Energy and persistence conquer all things."</a:t>
            </a:r>
            <a:r>
              <a:rPr lang="en-US" dirty="0"/>
              <a:t> — Benjamin Franklin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BDCB18-ABE5-43B0-8B68-89FEDAECB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77388" y="482171"/>
            <a:ext cx="4074533" cy="5149101"/>
            <a:chOff x="7463259" y="583365"/>
            <a:chExt cx="4074533" cy="518192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3C65C6-7268-490D-B4A8-927D45FAB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33D4A5-82E5-43A0-9FF0-81B7AC16C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EAAAB2-052E-18A2-E19C-EBCC1EBD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75" r="18921" b="-4"/>
          <a:stretch>
            <a:fillRect/>
          </a:stretch>
        </p:blipFill>
        <p:spPr>
          <a:xfrm>
            <a:off x="8116373" y="1116345"/>
            <a:ext cx="2799103" cy="38661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EC5C75-E28F-4899-9C2E-39431B82B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6AAE0A1-60AD-4190-B85D-2DD814836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5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94B7-DD2F-76B4-FE6E-2ABF4BB0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be familiar with…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9D304-B75F-EBC3-FEF8-E66E1ED5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Basic linear algebra (matrices, vectors)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programming environment</a:t>
            </a:r>
          </a:p>
          <a:p>
            <a:r>
              <a:rPr lang="en-US" dirty="0"/>
              <a:t>Python programming (pandas, 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  <a:p>
            <a:r>
              <a:rPr lang="en-US" dirty="0"/>
              <a:t>Simple deep neural networks (DNNs)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Input layers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Hidden layers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Activation functions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Trainable parameters (</a:t>
            </a:r>
            <a:r>
              <a:rPr lang="en-US" dirty="0" err="1"/>
              <a:t>Wx</a:t>
            </a:r>
            <a:r>
              <a:rPr lang="en-US" dirty="0"/>
              <a:t> + b)  weights, bias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46278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113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Courier New</vt:lpstr>
      <vt:lpstr>Gill Sans MT</vt:lpstr>
      <vt:lpstr>Gallery</vt:lpstr>
      <vt:lpstr>modeling DNNs using keras / tensorflow</vt:lpstr>
      <vt:lpstr>A little About Ken….</vt:lpstr>
      <vt:lpstr>You should be familiar with…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Wood</dc:creator>
  <cp:lastModifiedBy>Ken Wood</cp:lastModifiedBy>
  <cp:revision>7</cp:revision>
  <dcterms:created xsi:type="dcterms:W3CDTF">2026-02-25T21:44:06Z</dcterms:created>
  <dcterms:modified xsi:type="dcterms:W3CDTF">2026-02-27T12:40:22Z</dcterms:modified>
</cp:coreProperties>
</file>